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4CC9F0"/>
                </a:solidFill>
              </a:defRPr>
            </a:pPr>
            <a:r>
              <a:t>SecureScope</a:t>
            </a:r>
          </a:p>
          <a:p>
            <a:pPr>
              <a:defRPr sz="2800">
                <a:solidFill>
                  <a:srgbClr val="F5F8FC"/>
                </a:solidFill>
              </a:defRPr>
            </a:pPr>
            <a:r>
              <a:t>Automated Web Security Scanner</a:t>
            </a:r>
          </a:p>
          <a:p>
            <a:pPr>
              <a:defRPr sz="1800">
                <a:solidFill>
                  <a:srgbClr val="BECFE1"/>
                </a:solidFill>
              </a:defRPr>
            </a:pPr>
            <a:r>
              <a:t>IBM Cybersecurity Internship | 26 October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3035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ECFE1"/>
                </a:solidFill>
              </a:defRPr>
            </a:pPr>
            <a:r>
              <a:t>Student: ____________________     Institution: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CC9F0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Website security settings can be difficult for beginners to review.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Response headers and CORS behavior provide useful configuration signals.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A clear dashboard can turn observations into understandable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CC9F0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Check HTTPS use after redirects.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Inspect selected HTTP security headers.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Observe basic CORS response behavior.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Show findings, severity labels, and recommendations.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Export HTML and CSV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CC9F0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Python — scanning logic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Requests — ordinary HTTP requests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Streamlit — interactive dashboard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Pandas — findings table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Plotly —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CC9F0"/>
                </a:solidFill>
              </a:defRPr>
            </a:pPr>
            <a:r>
              <a:t>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1. Enter a URL for a site you are authorized to test.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2. Validate the URL and request the page.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3. Inspect response headers and basic CORS behavior.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4. Calculate an illustrative score and classify findings.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5. Display recommendations and export the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CC9F0"/>
                </a:solidFill>
              </a:defRPr>
            </a:pPr>
            <a:r>
              <a:t>Demonstration and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Insert genuine screenshot of the dashboard.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Insert genuine screenshot of findings and chart.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Show the HTML or CSV report download.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Record only results from tests you actually performed on an authorized target.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CC9F0"/>
                </a:solidFill>
              </a:defRPr>
            </a:pPr>
            <a:r>
              <a:t>Limitations and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This is an educational prototype, not a full penetration tester.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Missing headers do not automatically prove a vulnerability.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CORS observations require application-specific context.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Only scan systems you own or have explicit permission to assess.</a:t>
            </a:r>
          </a:p>
          <a:p>
            <a:pPr>
              <a:spcAft>
                <a:spcPts val="1800"/>
              </a:spcAft>
              <a:defRPr sz="2200">
                <a:solidFill>
                  <a:srgbClr val="F5F8FC"/>
                </a:solidFill>
              </a:defRPr>
            </a:pPr>
            <a:r>
              <a:t>Future work: unit tests, controlled lab mode, and additional validated 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